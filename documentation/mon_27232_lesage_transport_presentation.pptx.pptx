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14"/>
  </p:notesMasterIdLst>
  <p:sldIdLst>
    <p:sldId id="262" r:id="rId5"/>
    <p:sldId id="264" r:id="rId6"/>
    <p:sldId id="265" r:id="rId7"/>
    <p:sldId id="263" r:id="rId8"/>
    <p:sldId id="261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1" d="100"/>
          <a:sy n="71" d="100"/>
        </p:scale>
        <p:origin x="4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3F774C-70F7-4ED4-813C-739E51CF8487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24A772-5D94-4F12-8B86-44D4FB26368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42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E34D-57B0-41D5-A7AF-DF10D1068115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6EAF9-2583-4989-8D87-13F548ED6E0C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3CFB-BB1B-4B2A-ADF6-B1A4609854C4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EAA8-1A97-412E-935C-2E918F139579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B0DF1-CA1F-4E36-8C65-C52A9896A8FB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73FD-197A-4AD6-8D60-38B6A76F0734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C3949-07FA-4C7A-A990-D6D1043EED71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2DE8-6D13-4218-A974-D45AA7B6E4FF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AB7D7-4BDA-4ABC-B31D-66201C69A314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E8327-77F4-4A2B-9238-101C8E3404E4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327A-3B7B-4F18-AD00-4892CF91FF9D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8241-E647-4007-AB01-BB30869910EB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F5554-C941-4C3B-A197-75ED448862A0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44A0-C3F8-4023-9352-7CF7C034B2C8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DC5B-471F-47EA-B884-FE923235A560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C408-3247-4796-93FF-B91D6887AEC0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D282-CC74-49F4-B876-75084EFB56F1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E3F0A0B-291C-4112-A023-023C51AB2E85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Fleet Maintenance &amp; Transport Operations Management System (DB)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ASDODJI Le Sage (27232)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PL/SQL Oracle Database Development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Eric Maniraguha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AUCA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November 2025</a:t>
            </a:r>
          </a:p>
        </p:txBody>
      </p:sp>
    </p:spTree>
    <p:extLst>
      <p:ext uri="{BB962C8B-B14F-4D97-AF65-F5344CB8AC3E}">
        <p14:creationId xmlns:p14="http://schemas.microsoft.com/office/powerpoint/2010/main" val="4171061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107577"/>
            <a:ext cx="10018713" cy="1290917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649506"/>
            <a:ext cx="10018713" cy="4491317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The Challenge</a:t>
            </a:r>
            <a:endParaRPr lang="en-US" dirty="0"/>
          </a:p>
          <a:p>
            <a:r>
              <a:rPr lang="en-US" dirty="0"/>
              <a:t>Transport companies struggle with manual, error-prone fleet operations.</a:t>
            </a:r>
          </a:p>
          <a:p>
            <a:r>
              <a:rPr lang="en-US" dirty="0"/>
              <a:t>No automated monitoring of vehicle maintenance or driver assignments.</a:t>
            </a:r>
          </a:p>
          <a:p>
            <a:r>
              <a:rPr lang="en-US" dirty="0"/>
              <a:t>Difficulty tracking overdue services, risks, and operational efficiency.</a:t>
            </a:r>
          </a:p>
          <a:p>
            <a:r>
              <a:rPr lang="en-US" b="1" dirty="0"/>
              <a:t>Affected Users</a:t>
            </a:r>
            <a:endParaRPr lang="en-US" dirty="0"/>
          </a:p>
          <a:p>
            <a:r>
              <a:rPr lang="en-US" dirty="0"/>
              <a:t>Fleet managers</a:t>
            </a:r>
          </a:p>
          <a:p>
            <a:r>
              <a:rPr lang="en-US" dirty="0"/>
              <a:t>Drivers</a:t>
            </a:r>
          </a:p>
          <a:p>
            <a:r>
              <a:rPr lang="en-US" dirty="0"/>
              <a:t>Mechanics</a:t>
            </a:r>
          </a:p>
          <a:p>
            <a:r>
              <a:rPr lang="en-US" dirty="0"/>
              <a:t>Administrators</a:t>
            </a:r>
          </a:p>
        </p:txBody>
      </p:sp>
    </p:spTree>
    <p:extLst>
      <p:ext uri="{BB962C8B-B14F-4D97-AF65-F5344CB8AC3E}">
        <p14:creationId xmlns:p14="http://schemas.microsoft.com/office/powerpoint/2010/main" val="1090878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80682"/>
            <a:ext cx="10018713" cy="1228165"/>
          </a:xfrm>
        </p:spPr>
        <p:txBody>
          <a:bodyPr/>
          <a:lstStyle/>
          <a:p>
            <a:r>
              <a:rPr lang="en-US" dirty="0"/>
              <a:t>Proposed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183341"/>
            <a:ext cx="10018713" cy="460785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Objectives</a:t>
            </a:r>
            <a:endParaRPr lang="en-US" dirty="0"/>
          </a:p>
          <a:p>
            <a:r>
              <a:rPr lang="en-US" dirty="0"/>
              <a:t>Build a secure, automated Fleet Management System using Oracle PL/SQL.</a:t>
            </a:r>
          </a:p>
          <a:p>
            <a:r>
              <a:rPr lang="en-US" dirty="0"/>
              <a:t>Track vehicles, maintenance, drivers, parts, alerts, and trips in real time.</a:t>
            </a:r>
          </a:p>
          <a:p>
            <a:r>
              <a:rPr lang="en-US" dirty="0"/>
              <a:t>Enforce business rules with triggers and auditing.</a:t>
            </a:r>
          </a:p>
          <a:p>
            <a:r>
              <a:rPr lang="en-US" dirty="0"/>
              <a:t>Ensure clean data + reliable analytics foundation.</a:t>
            </a:r>
          </a:p>
          <a:p>
            <a:r>
              <a:rPr lang="en-US" b="1" dirty="0"/>
              <a:t>Scope Includes</a:t>
            </a:r>
            <a:endParaRPr lang="en-US" dirty="0"/>
          </a:p>
          <a:p>
            <a:r>
              <a:rPr lang="en-US" dirty="0"/>
              <a:t>Vehicle &amp; Driver registry</a:t>
            </a:r>
          </a:p>
          <a:p>
            <a:r>
              <a:rPr lang="en-US" dirty="0"/>
              <a:t>Trips &amp; routing</a:t>
            </a:r>
          </a:p>
          <a:p>
            <a:r>
              <a:rPr lang="en-US" dirty="0"/>
              <a:t>Spare parts &amp; maintenance</a:t>
            </a:r>
          </a:p>
          <a:p>
            <a:r>
              <a:rPr lang="en-US" dirty="0"/>
              <a:t>Alerts &amp; activity auditing</a:t>
            </a:r>
          </a:p>
        </p:txBody>
      </p:sp>
    </p:spTree>
    <p:extLst>
      <p:ext uri="{BB962C8B-B14F-4D97-AF65-F5344CB8AC3E}">
        <p14:creationId xmlns:p14="http://schemas.microsoft.com/office/powerpoint/2010/main" val="2915122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197224"/>
            <a:ext cx="10018713" cy="833717"/>
          </a:xfrm>
        </p:spPr>
        <p:txBody>
          <a:bodyPr/>
          <a:lstStyle/>
          <a:p>
            <a:r>
              <a:rPr lang="en-US" dirty="0"/>
              <a:t>Database (ER diagram, entities)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2659"/>
            <a:ext cx="12120281" cy="5800165"/>
          </a:xfrm>
        </p:spPr>
      </p:pic>
    </p:spTree>
    <p:extLst>
      <p:ext uri="{BB962C8B-B14F-4D97-AF65-F5344CB8AC3E}">
        <p14:creationId xmlns:p14="http://schemas.microsoft.com/office/powerpoint/2010/main" val="3397100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107577"/>
            <a:ext cx="10018713" cy="1192306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44824"/>
            <a:ext cx="12254753" cy="3191436"/>
          </a:xfr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83859"/>
            <a:ext cx="12192001" cy="377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34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2754"/>
            <a:ext cx="10018713" cy="1864658"/>
          </a:xfrm>
        </p:spPr>
        <p:txBody>
          <a:bodyPr/>
          <a:lstStyle/>
          <a:p>
            <a:r>
              <a:rPr lang="en-US" dirty="0"/>
              <a:t>Technical Implementation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484310" y="1851210"/>
            <a:ext cx="10018713" cy="3124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Used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Oracle 21c / SQL Developer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PL/SQL (Procedures, Functions, Packages)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Features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Bulk data 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Explicit cursors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Window functions: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ROW_NUMBER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RANK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LAG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LEAD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exceptions + error logging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979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1"/>
            <a:ext cx="10018713" cy="1703294"/>
          </a:xfrm>
        </p:spPr>
        <p:txBody>
          <a:bodyPr/>
          <a:lstStyle/>
          <a:p>
            <a:r>
              <a:rPr lang="en-US" dirty="0"/>
              <a:t>Advanced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703295"/>
            <a:ext cx="10018713" cy="4491317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Auditing</a:t>
            </a:r>
            <a:endParaRPr lang="en-US" dirty="0"/>
          </a:p>
          <a:p>
            <a:r>
              <a:rPr lang="en-US" dirty="0"/>
              <a:t>Full DML log of who did what, when, allowed/blocked, why</a:t>
            </a:r>
          </a:p>
          <a:p>
            <a:r>
              <a:rPr lang="en-US" b="1" dirty="0"/>
              <a:t>Security Rules</a:t>
            </a:r>
            <a:endParaRPr lang="en-US" dirty="0"/>
          </a:p>
          <a:p>
            <a:r>
              <a:rPr lang="en-US" dirty="0"/>
              <a:t>EMPLOYEES cannot insert, update, or delete:</a:t>
            </a:r>
          </a:p>
          <a:p>
            <a:pPr lvl="1"/>
            <a:r>
              <a:rPr lang="en-US" dirty="0"/>
              <a:t>On weekdays (Mon–Fri)</a:t>
            </a:r>
          </a:p>
          <a:p>
            <a:pPr lvl="1"/>
            <a:r>
              <a:rPr lang="en-US" dirty="0"/>
              <a:t>On public holidays (next 30 days)</a:t>
            </a:r>
          </a:p>
          <a:p>
            <a:r>
              <a:rPr lang="en-US" b="1" dirty="0"/>
              <a:t>Triggers</a:t>
            </a:r>
            <a:endParaRPr lang="en-US" dirty="0"/>
          </a:p>
          <a:p>
            <a:r>
              <a:rPr lang="en-US" dirty="0"/>
              <a:t>Before DML triggers for validation</a:t>
            </a:r>
          </a:p>
          <a:p>
            <a:r>
              <a:rPr lang="en-US" dirty="0"/>
              <a:t>Compound triggers for audit consistency</a:t>
            </a:r>
          </a:p>
          <a:p>
            <a:r>
              <a:rPr lang="en-US" dirty="0"/>
              <a:t>Autonomous transactions for logging</a:t>
            </a:r>
          </a:p>
        </p:txBody>
      </p:sp>
    </p:spTree>
    <p:extLst>
      <p:ext uri="{BB962C8B-B14F-4D97-AF65-F5344CB8AC3E}">
        <p14:creationId xmlns:p14="http://schemas.microsoft.com/office/powerpoint/2010/main" val="275176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161366"/>
            <a:ext cx="10018713" cy="1783976"/>
          </a:xfrm>
        </p:spPr>
        <p:txBody>
          <a:bodyPr/>
          <a:lstStyle/>
          <a:p>
            <a:r>
              <a:rPr lang="en-US" dirty="0"/>
              <a:t>Results &amp;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676400"/>
            <a:ext cx="10018713" cy="4831977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Data Volume</a:t>
            </a:r>
            <a:endParaRPr lang="en-US" dirty="0"/>
          </a:p>
          <a:p>
            <a:r>
              <a:rPr lang="en-US" dirty="0"/>
              <a:t>200+ vehicles</a:t>
            </a:r>
          </a:p>
          <a:p>
            <a:r>
              <a:rPr lang="en-US" dirty="0"/>
              <a:t>300+ drivers</a:t>
            </a:r>
          </a:p>
          <a:p>
            <a:r>
              <a:rPr lang="en-US" dirty="0"/>
              <a:t>500+ maintenance records</a:t>
            </a:r>
          </a:p>
          <a:p>
            <a:r>
              <a:rPr lang="en-US" dirty="0"/>
              <a:t>Thousands of parts &amp; trip entries</a:t>
            </a:r>
          </a:p>
          <a:p>
            <a:r>
              <a:rPr lang="en-US" b="1" dirty="0"/>
              <a:t>Tests Performed</a:t>
            </a:r>
            <a:endParaRPr lang="en-US" dirty="0"/>
          </a:p>
          <a:p>
            <a:r>
              <a:rPr lang="en-US" dirty="0"/>
              <a:t>Weekday DML BLOCKED ✔</a:t>
            </a:r>
          </a:p>
          <a:p>
            <a:r>
              <a:rPr lang="en-US" dirty="0"/>
              <a:t>Weekend DML ALLOWED ✔</a:t>
            </a:r>
          </a:p>
          <a:p>
            <a:r>
              <a:rPr lang="en-US" dirty="0"/>
              <a:t>Holiday DML BLOCKED ✔</a:t>
            </a:r>
          </a:p>
          <a:p>
            <a:r>
              <a:rPr lang="en-US" dirty="0"/>
              <a:t>Audit log correctness verified ✔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369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-62752"/>
            <a:ext cx="10018713" cy="1739152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586753"/>
            <a:ext cx="10018713" cy="4679576"/>
          </a:xfrm>
        </p:spPr>
        <p:txBody>
          <a:bodyPr>
            <a:normAutofit/>
          </a:bodyPr>
          <a:lstStyle/>
          <a:p>
            <a:r>
              <a:rPr lang="en-US" b="1" dirty="0"/>
              <a:t>Achievements</a:t>
            </a:r>
            <a:endParaRPr lang="en-US" dirty="0"/>
          </a:p>
          <a:p>
            <a:r>
              <a:rPr lang="en-US" dirty="0"/>
              <a:t>Fully functional PL/SQL fleet management system</a:t>
            </a:r>
          </a:p>
          <a:p>
            <a:r>
              <a:rPr lang="en-US" dirty="0"/>
              <a:t>Strong auditing, validation, and security logic</a:t>
            </a:r>
          </a:p>
          <a:p>
            <a:r>
              <a:rPr lang="en-US" dirty="0"/>
              <a:t>Clean architecture ready for BI dashboards</a:t>
            </a:r>
          </a:p>
          <a:p>
            <a:r>
              <a:rPr lang="en-US" dirty="0"/>
              <a:t>Reliable and scalable schema</a:t>
            </a:r>
          </a:p>
          <a:p>
            <a:r>
              <a:rPr lang="en-US" b="1" dirty="0"/>
              <a:t>Lessons Learned</a:t>
            </a:r>
            <a:endParaRPr lang="en-US" dirty="0"/>
          </a:p>
          <a:p>
            <a:r>
              <a:rPr lang="en-US" dirty="0"/>
              <a:t>Complex trigger design</a:t>
            </a:r>
          </a:p>
          <a:p>
            <a:r>
              <a:rPr lang="en-US" dirty="0"/>
              <a:t>Error handling &amp; autonomous transactions</a:t>
            </a:r>
          </a:p>
          <a:p>
            <a:r>
              <a:rPr lang="en-US" dirty="0"/>
              <a:t>Enterprise-style PL/SQL programming</a:t>
            </a:r>
          </a:p>
        </p:txBody>
      </p:sp>
    </p:spTree>
    <p:extLst>
      <p:ext uri="{BB962C8B-B14F-4D97-AF65-F5344CB8AC3E}">
        <p14:creationId xmlns:p14="http://schemas.microsoft.com/office/powerpoint/2010/main" val="254446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7023227-530E-4024-91EF-312A851A758C}">
  <ds:schemaRefs>
    <ds:schemaRef ds:uri="http://schemas.openxmlformats.org/package/2006/metadata/core-properties"/>
    <ds:schemaRef ds:uri="http://purl.org/dc/terms/"/>
    <ds:schemaRef ds:uri="71af3243-3dd4-4a8d-8c0d-dd76da1f02a5"/>
    <ds:schemaRef ds:uri="http://www.w3.org/XML/1998/namespace"/>
    <ds:schemaRef ds:uri="http://schemas.microsoft.com/office/2006/documentManagement/types"/>
    <ds:schemaRef ds:uri="16c05727-aa75-4e4a-9b5f-8a80a1165891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3315AA3-EAE3-44ED-8368-BAC2FFFB481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7C19A7-3107-4CB2-BD0D-F7C79BE028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305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Unicode MS</vt:lpstr>
      <vt:lpstr>Calibri</vt:lpstr>
      <vt:lpstr>Corbel</vt:lpstr>
      <vt:lpstr>Times New Roman</vt:lpstr>
      <vt:lpstr>Parallax</vt:lpstr>
      <vt:lpstr>Fleet Maintenance &amp; Transport Operations Management System (DB)</vt:lpstr>
      <vt:lpstr>Problem Statement</vt:lpstr>
      <vt:lpstr>Proposed Solution</vt:lpstr>
      <vt:lpstr>Database (ER diagram, entities)</vt:lpstr>
      <vt:lpstr>PowerPoint Presentation</vt:lpstr>
      <vt:lpstr>Technical Implementation</vt:lpstr>
      <vt:lpstr>Advanced Features</vt:lpstr>
      <vt:lpstr>Results &amp; Testing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2025-12-04T02:23:20Z</dcterms:created>
  <dcterms:modified xsi:type="dcterms:W3CDTF">2025-12-09T00:46:14Z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